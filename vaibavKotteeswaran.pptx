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16"/>
  </p:notesMasterIdLst>
  <p:handoutMasterIdLst>
    <p:handoutMasterId r:id="rId17"/>
  </p:handoutMasterIdLst>
  <p:sldIdLst>
    <p:sldId id="274" r:id="rId2"/>
    <p:sldId id="257" r:id="rId3"/>
    <p:sldId id="267" r:id="rId4"/>
    <p:sldId id="258" r:id="rId5"/>
    <p:sldId id="269" r:id="rId6"/>
    <p:sldId id="261" r:id="rId7"/>
    <p:sldId id="262" r:id="rId8"/>
    <p:sldId id="268" r:id="rId9"/>
    <p:sldId id="272" r:id="rId10"/>
    <p:sldId id="264" r:id="rId11"/>
    <p:sldId id="265" r:id="rId12"/>
    <p:sldId id="276" r:id="rId13"/>
    <p:sldId id="275" r:id="rId14"/>
    <p:sldId id="27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1" clrIdx="0">
    <p:extLst>
      <p:ext uri="{19B8F6BF-5375-455C-9EA6-DF929625EA0E}">
        <p15:presenceInfo xmlns:p15="http://schemas.microsoft.com/office/powerpoint/2012/main" userId="DE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595A"/>
    <a:srgbClr val="0E3847"/>
    <a:srgbClr val="3E6E7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B2D125-9281-447E-9F78-74712B8276F5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smtClean="0"/>
              <a:t>V. VAIBAV &amp; R. KOTTEESWARAN, CSA, SCSVMV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E70DAD-7FC6-42C4-8119-35AFB708C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576942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B1E33A-5EB8-4337-A867-7AD28AB69963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smtClean="0"/>
              <a:t>V. VAIBAV &amp; R. KOTTEESWARAN, CSA, SCSVMV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5F1287-9815-46BE-8B5C-46552118CD4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A6F9C-4AB2-4CC8-87FB-B6FB52E6927B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161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396E6-5D23-4235-ADCC-A5125764C83F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018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98703-5AC5-4EA1-B899-570B058A2E36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960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3DE74-6A18-4D96-99C3-4DA2DD6039AA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152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03790-F9EF-4288-A48D-D2AD53D3BDF3}" type="datetime1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882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A75DE-1E69-4E75-BC4E-9ABE185D5570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8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CA82F-2A56-46C7-8A5A-49E065D2C758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380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0B859-5E99-405E-8C26-F6BB0F0C447C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951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E2D9B-C9A3-4241-9A8E-376EE746CB3D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687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73BB4-FC99-4DE5-A7AB-54E009688FF5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010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F678A-1229-4309-A72A-B4CD05D7A84D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4408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65A6D-2D6D-486B-8F27-DD1B027651E4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0245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D28D2-C25F-41FA-A31B-725A54593E42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765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DC3AF-8E90-4E1D-A8E2-3C5CEA1BA315}" type="datetime1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681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63B39-3E32-4F2A-A2F1-9B02A85F9413}" type="datetime1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7333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65F26-7596-4CBF-9286-0AD9A3730560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7641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BFD97-0E83-4265-B0FA-4D08F3CE4C33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697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34E69-FA42-401F-83FC-742CD0FA758C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7738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hf hdr="0" ftr="0" dt="0"/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59E982-CF8C-E442-F1FE-ECEB3F2563AB}"/>
              </a:ext>
            </a:extLst>
          </p:cNvPr>
          <p:cNvSpPr txBox="1"/>
          <p:nvPr/>
        </p:nvSpPr>
        <p:spPr>
          <a:xfrm>
            <a:off x="1276709" y="2467154"/>
            <a:ext cx="6400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u="sng" dirty="0"/>
              <a:t>Memory management optimization strategies</a:t>
            </a:r>
            <a:endParaRPr lang="en-IN" sz="4200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A3EB43-FFF6-8497-5F1F-58945B3DCF21}"/>
              </a:ext>
            </a:extLst>
          </p:cNvPr>
          <p:cNvSpPr txBox="1"/>
          <p:nvPr/>
        </p:nvSpPr>
        <p:spPr>
          <a:xfrm>
            <a:off x="2" y="1"/>
            <a:ext cx="1892592" cy="1846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7F0145-11B5-839A-AA62-89CED5E8C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892592" cy="18460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EE3301-18B2-F0B9-43D6-2F114F320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593" y="484909"/>
            <a:ext cx="7285911" cy="13611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737958-4E71-A55B-2451-B4ABE6052C58}"/>
              </a:ext>
            </a:extLst>
          </p:cNvPr>
          <p:cNvSpPr txBox="1"/>
          <p:nvPr/>
        </p:nvSpPr>
        <p:spPr>
          <a:xfrm>
            <a:off x="2673927" y="4959927"/>
            <a:ext cx="34082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 smtClean="0"/>
              <a:t>V.Vaibav</a:t>
            </a:r>
            <a:r>
              <a:rPr lang="en-GB" sz="2400" dirty="0" smtClean="0"/>
              <a:t> </a:t>
            </a:r>
          </a:p>
          <a:p>
            <a:r>
              <a:rPr lang="en-IN" sz="2400" dirty="0" err="1" smtClean="0"/>
              <a:t>R.Kotteeswaran</a:t>
            </a:r>
            <a:endParaRPr lang="en-IN" sz="2400" dirty="0" smtClean="0"/>
          </a:p>
          <a:p>
            <a:r>
              <a:rPr lang="en-IN" sz="2400" dirty="0" smtClean="0"/>
              <a:t>J. </a:t>
            </a:r>
            <a:r>
              <a:rPr lang="en-IN" sz="2400" dirty="0" err="1" smtClean="0"/>
              <a:t>Seetharaman</a:t>
            </a:r>
            <a:endParaRPr lang="en-IN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745673" y="4197926"/>
            <a:ext cx="53201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Collaborative</a:t>
            </a:r>
            <a:r>
              <a:rPr lang="en-US" sz="2000" dirty="0" smtClean="0"/>
              <a:t> </a:t>
            </a:r>
            <a:r>
              <a:rPr lang="en-US" sz="2800" dirty="0" smtClean="0"/>
              <a:t>Work By:</a:t>
            </a:r>
            <a:endParaRPr lang="en-US" sz="2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3973" y="-35748"/>
            <a:ext cx="4962576" cy="563751"/>
          </a:xfrm>
          <a:prstGeom prst="rect">
            <a:avLst/>
          </a:prstGeom>
        </p:spPr>
      </p:pic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814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Memory management optimization is the efficient use of memory in a program.</a:t>
            </a:r>
          </a:p>
          <a:p>
            <a:endParaRPr lang="en-US" dirty="0"/>
          </a:p>
          <a:p>
            <a:r>
              <a:rPr lang="en-US" dirty="0"/>
              <a:t>It helps reduce memory wastage and improves performance.</a:t>
            </a:r>
          </a:p>
          <a:p>
            <a:endParaRPr lang="en-US" dirty="0"/>
          </a:p>
          <a:p>
            <a:r>
              <a:rPr lang="en-US" dirty="0"/>
              <a:t>It ensures proper allocation and deallocation of memory.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It prevents problems like memory leaks and fragmentation.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020092" y="6590274"/>
            <a:ext cx="2992781" cy="2677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7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000" dirty="0" smtClean="0"/>
              <a:t>V. Vaibav &amp; R.Kotteeswaran</a:t>
            </a:r>
            <a:r>
              <a:rPr lang="en-US" sz="1000" dirty="0"/>
              <a:t> </a:t>
            </a:r>
            <a:r>
              <a:rPr lang="en-US" sz="1000" dirty="0" smtClean="0"/>
              <a:t>– CSA - SCSVMV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 </a:t>
            </a:r>
            <a:r>
              <a:rPr lang="en-US" dirty="0" smtClean="0"/>
              <a:t>Layout: C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796" y="2316700"/>
            <a:ext cx="5258534" cy="3667637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020092" y="6590274"/>
            <a:ext cx="2992781" cy="2677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7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000" dirty="0" smtClean="0"/>
              <a:t>V. Vaibav &amp; R.Kotteeswaran</a:t>
            </a:r>
            <a:r>
              <a:rPr lang="en-US" sz="1000" dirty="0"/>
              <a:t> </a:t>
            </a:r>
            <a:r>
              <a:rPr lang="en-US" sz="1000" dirty="0" smtClean="0"/>
              <a:t>– CSA - SCSVMV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34487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835755"/>
          </a:xfrm>
        </p:spPr>
        <p:txBody>
          <a:bodyPr/>
          <a:lstStyle/>
          <a:p>
            <a:r>
              <a:rPr dirty="0" smtClean="0"/>
              <a:t>Memory Management</a:t>
            </a:r>
            <a:r>
              <a:rPr lang="en-US" dirty="0" smtClean="0"/>
              <a:t>: </a:t>
            </a:r>
            <a:r>
              <a:rPr dirty="0" smtClean="0"/>
              <a:t>C</a:t>
            </a:r>
            <a:endParaRPr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25595A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234084" y="1288473"/>
            <a:ext cx="8753977" cy="5056909"/>
          </a:xfrm>
          <a:prstGeom prst="rect">
            <a:avLst/>
          </a:prstGeom>
          <a:solidFill>
            <a:srgbClr val="3E6E73"/>
          </a:solidFill>
          <a:ln>
            <a:solidFill>
              <a:srgbClr val="0E3847"/>
            </a:solidFill>
          </a:ln>
          <a:effectLst>
            <a:reflection blurRad="279400" stA="0" endPos="76000" dist="266700" dir="5400000" sy="-100000" algn="bl" rotWithShape="0"/>
          </a:effectLst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3020092" y="6590274"/>
            <a:ext cx="2992781" cy="2677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7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000" dirty="0" smtClean="0"/>
              <a:t>V. Vaibav &amp; R.Kotteeswaran</a:t>
            </a:r>
            <a:r>
              <a:rPr lang="en-US" sz="1000" dirty="0"/>
              <a:t> </a:t>
            </a:r>
            <a:r>
              <a:rPr lang="en-US" sz="1000" dirty="0" smtClean="0"/>
              <a:t>– CSA - SCSVMV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B6619-E452-1AB2-848E-CC8FD5546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484" y="154112"/>
            <a:ext cx="3339100" cy="678096"/>
          </a:xfrm>
        </p:spPr>
        <p:txBody>
          <a:bodyPr/>
          <a:lstStyle/>
          <a:p>
            <a:r>
              <a:rPr lang="en-IN" sz="3200" dirty="0"/>
              <a:t>Garbage Value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82AB52-0F93-7FF1-152E-77405F572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87676" y="2157573"/>
            <a:ext cx="3130227" cy="4284324"/>
          </a:xfrm>
        </p:spPr>
        <p:txBody>
          <a:bodyPr>
            <a:normAutofit/>
          </a:bodyPr>
          <a:lstStyle/>
          <a:p>
            <a:r>
              <a:rPr lang="en-GB" dirty="0"/>
              <a:t>  </a:t>
            </a:r>
          </a:p>
          <a:p>
            <a:endParaRPr lang="en-GB" dirty="0"/>
          </a:p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769FD4-D1B6-A27D-54BE-573EB6F806AB}"/>
              </a:ext>
            </a:extLst>
          </p:cNvPr>
          <p:cNvSpPr txBox="1"/>
          <p:nvPr/>
        </p:nvSpPr>
        <p:spPr>
          <a:xfrm>
            <a:off x="287676" y="832208"/>
            <a:ext cx="8426833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 smtClean="0"/>
              <a:t>- a </a:t>
            </a:r>
            <a:r>
              <a:rPr lang="en-GB" sz="2200" dirty="0"/>
              <a:t>variable contains </a:t>
            </a:r>
            <a:r>
              <a:rPr lang="en-GB" sz="2200" dirty="0" smtClean="0"/>
              <a:t>random </a:t>
            </a:r>
            <a:r>
              <a:rPr lang="en-GB" sz="2200" dirty="0"/>
              <a:t>value because it is not initialized</a:t>
            </a:r>
            <a:r>
              <a:rPr lang="en-GB" dirty="0"/>
              <a:t>.</a:t>
            </a:r>
          </a:p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7359" y="1594907"/>
            <a:ext cx="7462623" cy="477312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59" y="1594907"/>
            <a:ext cx="7462623" cy="4773123"/>
          </a:xfrm>
          <a:prstGeom prst="rect">
            <a:avLst/>
          </a:prstGeom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3020092" y="6590274"/>
            <a:ext cx="2992781" cy="2677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7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000" dirty="0" smtClean="0"/>
              <a:t>V. Vaibav &amp; R.Kotteeswaran</a:t>
            </a:r>
            <a:r>
              <a:rPr lang="en-US" sz="1000" dirty="0"/>
              <a:t> </a:t>
            </a:r>
            <a:r>
              <a:rPr lang="en-US" sz="1000" dirty="0" smtClean="0"/>
              <a:t>– CSA - SCSVMV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24875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623454"/>
            <a:ext cx="7055380" cy="1229793"/>
          </a:xfrm>
        </p:spPr>
        <p:txBody>
          <a:bodyPr/>
          <a:lstStyle/>
          <a:p>
            <a:r>
              <a:rPr lang="en-US" dirty="0" smtClean="0"/>
              <a:t>stdlib.h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853248"/>
            <a:ext cx="6711654" cy="3937952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m</a:t>
            </a:r>
            <a:r>
              <a:rPr b="1" dirty="0" smtClean="0"/>
              <a:t>alloc</a:t>
            </a:r>
            <a:r>
              <a:rPr lang="en-US" dirty="0"/>
              <a:t>():</a:t>
            </a:r>
            <a:r>
              <a:rPr lang="en-US" altLang="en-US" dirty="0">
                <a:solidFill>
                  <a:srgbClr val="0A0A0A"/>
                </a:solidFill>
                <a:latin typeface="Google Sans"/>
              </a:rPr>
              <a:t> </a:t>
            </a:r>
            <a:r>
              <a:rPr lang="en-US" altLang="en-US" dirty="0">
                <a:latin typeface="Google Sans"/>
              </a:rPr>
              <a:t>Allocates a single block of uninitialized "garbage" memory of the specified byte size</a:t>
            </a:r>
          </a:p>
          <a:p>
            <a:pPr lvl="1"/>
            <a:r>
              <a:rPr lang="en-GB" dirty="0" smtClean="0">
                <a:latin typeface="Google Sans"/>
              </a:rPr>
              <a:t>Ex Syntax </a:t>
            </a:r>
            <a:r>
              <a:rPr lang="en-GB" dirty="0">
                <a:latin typeface="Google Sans"/>
              </a:rPr>
              <a:t>: </a:t>
            </a:r>
            <a:r>
              <a:rPr lang="en-GB" dirty="0" smtClean="0">
                <a:latin typeface="Google Sans"/>
              </a:rPr>
              <a:t>void</a:t>
            </a:r>
            <a:r>
              <a:rPr lang="en-GB" dirty="0">
                <a:latin typeface="Google Sans"/>
              </a:rPr>
              <a:t>* </a:t>
            </a:r>
            <a:r>
              <a:rPr lang="en-GB" dirty="0" smtClean="0">
                <a:latin typeface="Google Sans"/>
              </a:rPr>
              <a:t>malloc(size _ t  size</a:t>
            </a:r>
            <a:r>
              <a:rPr lang="en-GB" dirty="0">
                <a:latin typeface="Google Sans"/>
              </a:rPr>
              <a:t>);</a:t>
            </a:r>
          </a:p>
          <a:p>
            <a:pPr lvl="1"/>
            <a:r>
              <a:rPr lang="en-US" dirty="0" smtClean="0"/>
              <a:t>size</a:t>
            </a:r>
            <a:r>
              <a:rPr lang="en-US" dirty="0"/>
              <a:t>: </a:t>
            </a:r>
            <a:r>
              <a:rPr lang="en-US" dirty="0" smtClean="0"/>
              <a:t>total </a:t>
            </a:r>
            <a:r>
              <a:rPr lang="en-US" dirty="0"/>
              <a:t>number of bytes to </a:t>
            </a:r>
            <a:r>
              <a:rPr lang="en-US" dirty="0" smtClean="0"/>
              <a:t>allocate, an </a:t>
            </a:r>
            <a:r>
              <a:rPr lang="en-US" dirty="0" smtClean="0">
                <a:latin typeface="Google Sans"/>
              </a:rPr>
              <a:t>unsigned</a:t>
            </a:r>
            <a:r>
              <a:rPr lang="en-US" dirty="0" smtClean="0"/>
              <a:t> integer.</a:t>
            </a:r>
          </a:p>
          <a:p>
            <a:pPr marL="0" indent="0">
              <a:buNone/>
            </a:pPr>
            <a:endParaRPr lang="en-GB" dirty="0" smtClean="0">
              <a:latin typeface="Google Sans"/>
            </a:endParaRPr>
          </a:p>
          <a:p>
            <a:r>
              <a:rPr b="1" dirty="0" smtClean="0"/>
              <a:t>calloc</a:t>
            </a:r>
            <a:r>
              <a:rPr dirty="0"/>
              <a:t>()</a:t>
            </a:r>
            <a:r>
              <a:rPr lang="en-GB" dirty="0" smtClean="0"/>
              <a:t>:</a:t>
            </a:r>
            <a:r>
              <a:rPr lang="en-US" altLang="en-US" dirty="0" smtClean="0">
                <a:latin typeface="Google Sans"/>
              </a:rPr>
              <a:t>Similar to malloc, but initializes </a:t>
            </a:r>
            <a:r>
              <a:rPr lang="en-US" altLang="en-US" dirty="0">
                <a:latin typeface="Google Sans"/>
              </a:rPr>
              <a:t>all bytes to zero.</a:t>
            </a:r>
            <a:endParaRPr lang="en-US" dirty="0"/>
          </a:p>
          <a:p>
            <a:pPr marL="0" indent="0">
              <a:buNone/>
            </a:pPr>
            <a:endParaRPr lang="en-GB" dirty="0"/>
          </a:p>
          <a:p>
            <a:r>
              <a:rPr b="1" dirty="0" smtClean="0"/>
              <a:t>free</a:t>
            </a:r>
            <a:r>
              <a:rPr b="1" dirty="0"/>
              <a:t>()</a:t>
            </a:r>
            <a:r>
              <a:rPr lang="en-GB" dirty="0"/>
              <a:t>: </a:t>
            </a:r>
            <a:r>
              <a:rPr lang="en-US" dirty="0"/>
              <a:t>Releases the allocated memory block back to the system. </a:t>
            </a:r>
          </a:p>
          <a:p>
            <a:endParaRPr lang="en-US" dirty="0" smtClean="0"/>
          </a:p>
          <a:p>
            <a:endParaRPr lang="en-US" dirty="0"/>
          </a:p>
          <a:p>
            <a:endParaRPr lang="en-GB" dirty="0"/>
          </a:p>
          <a:p>
            <a:endParaRPr dirty="0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0" y="97795"/>
            <a:ext cx="301686" cy="26161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0" y="-130805"/>
            <a:ext cx="293670" cy="26161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:.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3020092" y="6590274"/>
            <a:ext cx="2992781" cy="2677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7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000" dirty="0" smtClean="0"/>
              <a:t>V. Vaibav &amp; R.Kotteeswaran</a:t>
            </a:r>
            <a:r>
              <a:rPr lang="en-US" sz="1000" dirty="0"/>
              <a:t> </a:t>
            </a:r>
            <a:r>
              <a:rPr lang="en-US" sz="1000" dirty="0" smtClean="0"/>
              <a:t>– CSA - SCSVMV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Management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Automatic memory management</a:t>
            </a:r>
            <a:r>
              <a:rPr lang="en-GB" dirty="0"/>
              <a:t>.</a:t>
            </a:r>
          </a:p>
          <a:p>
            <a:r>
              <a:rPr dirty="0"/>
              <a:t>Handled by JVM using Garbage Collection</a:t>
            </a:r>
            <a:r>
              <a:rPr lang="en-GB" dirty="0"/>
              <a:t>.</a:t>
            </a:r>
          </a:p>
          <a:p>
            <a:r>
              <a:rPr lang="en-GB" dirty="0"/>
              <a:t>Memory divided into Stack, Heap, and Method Area.</a:t>
            </a:r>
          </a:p>
          <a:p>
            <a:r>
              <a:rPr lang="en-GB" dirty="0"/>
              <a:t>Objects stored in Heap using new keyword.</a:t>
            </a:r>
          </a:p>
          <a:p>
            <a:r>
              <a:rPr lang="en-GB" dirty="0"/>
              <a:t>Unused objects are automatically removed. </a:t>
            </a:r>
          </a:p>
          <a:p>
            <a:r>
              <a:rPr lang="en-GB" dirty="0"/>
              <a:t>Improves program safety and reduces errors 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020092" y="6590274"/>
            <a:ext cx="2992781" cy="2677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7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000" dirty="0" smtClean="0"/>
              <a:t>V. Vaibav &amp; R.Kotteeswaran</a:t>
            </a:r>
            <a:r>
              <a:rPr lang="en-US" sz="1000" dirty="0"/>
              <a:t> </a:t>
            </a:r>
            <a:r>
              <a:rPr lang="en-US" sz="1000" dirty="0" smtClean="0"/>
              <a:t>– CSA - SCSVMV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708"/>
            <a:ext cx="5043054" cy="720435"/>
          </a:xfrm>
        </p:spPr>
        <p:txBody>
          <a:bodyPr/>
          <a:lstStyle/>
          <a:p>
            <a:r>
              <a:rPr lang="en-US" sz="4400" dirty="0"/>
              <a:t>Garbage Value:</a:t>
            </a:r>
            <a:endParaRPr lang="en-US" sz="42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237" y="801594"/>
            <a:ext cx="8769927" cy="5735224"/>
          </a:xfr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7766431" y="295737"/>
            <a:ext cx="628813" cy="452402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3020092" y="6590274"/>
            <a:ext cx="2992781" cy="2677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7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000" dirty="0" smtClean="0"/>
              <a:t>V. Vaibav &amp; R.Kotteeswaran</a:t>
            </a:r>
            <a:r>
              <a:rPr lang="en-US" sz="1000" dirty="0"/>
              <a:t> </a:t>
            </a:r>
            <a:r>
              <a:rPr lang="en-US" sz="1000" dirty="0" smtClean="0"/>
              <a:t>– CSA - SCSVMV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88146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6E44D6-2137-E7FE-B748-15F2419FA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206" y="1319845"/>
            <a:ext cx="5615012" cy="36503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EC423A-BC27-936F-00AD-43321B33459F}"/>
              </a:ext>
            </a:extLst>
          </p:cNvPr>
          <p:cNvSpPr txBox="1"/>
          <p:nvPr/>
        </p:nvSpPr>
        <p:spPr>
          <a:xfrm>
            <a:off x="646981" y="178567"/>
            <a:ext cx="69442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Java (GCE) Flow</a:t>
            </a:r>
            <a:endParaRPr lang="en-IN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206" y="5167236"/>
            <a:ext cx="5430008" cy="10955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1018" y="6459792"/>
            <a:ext cx="35606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V. Vaibav &amp; R.Kotteeswaran – CSA - SCSVMV</a:t>
            </a:r>
          </a:p>
        </p:txBody>
      </p:sp>
    </p:spTree>
    <p:extLst>
      <p:ext uri="{BB962C8B-B14F-4D97-AF65-F5344CB8AC3E}">
        <p14:creationId xmlns:p14="http://schemas.microsoft.com/office/powerpoint/2010/main" val="2100607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138024"/>
            <a:ext cx="6140377" cy="819508"/>
          </a:xfrm>
        </p:spPr>
        <p:txBody>
          <a:bodyPr/>
          <a:lstStyle/>
          <a:p>
            <a:r>
              <a:rPr lang="en-GB" dirty="0"/>
              <a:t>Applications of </a:t>
            </a:r>
            <a:r>
              <a:rPr dirty="0"/>
              <a:t>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10" y="957532"/>
            <a:ext cx="2870965" cy="1259457"/>
          </a:xfrm>
        </p:spPr>
        <p:txBody>
          <a:bodyPr>
            <a:normAutofit lnSpcReduction="10000"/>
          </a:bodyPr>
          <a:lstStyle/>
          <a:p>
            <a:r>
              <a:rPr dirty="0"/>
              <a:t>1. Stack Memory</a:t>
            </a:r>
          </a:p>
          <a:p>
            <a:r>
              <a:rPr dirty="0"/>
              <a:t>2. Heap Memory</a:t>
            </a:r>
          </a:p>
          <a:p>
            <a:r>
              <a:rPr dirty="0"/>
              <a:t>3. Method Area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082D1A-D1AF-5D7B-B8B3-E0D81EDB6CE0}"/>
              </a:ext>
            </a:extLst>
          </p:cNvPr>
          <p:cNvSpPr txBox="1"/>
          <p:nvPr/>
        </p:nvSpPr>
        <p:spPr>
          <a:xfrm>
            <a:off x="638355" y="2449902"/>
            <a:ext cx="7841411" cy="3830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D643DC-14B9-0BC7-F032-549984219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10" y="2130725"/>
            <a:ext cx="7572362" cy="4321833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3020092" y="6590274"/>
            <a:ext cx="2992781" cy="2677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7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000" dirty="0" smtClean="0"/>
              <a:t>V. Vaibav &amp; R.Kotteeswaran</a:t>
            </a:r>
            <a:r>
              <a:rPr lang="en-US" sz="1000" dirty="0"/>
              <a:t> </a:t>
            </a:r>
            <a:r>
              <a:rPr lang="en-US" sz="1000" dirty="0" smtClean="0"/>
              <a:t>– CSA - SCSVMV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891174"/>
          </a:xfrm>
        </p:spPr>
        <p:txBody>
          <a:bodyPr/>
          <a:lstStyle/>
          <a:p>
            <a:r>
              <a:rPr lang="en-US" dirty="0" smtClean="0"/>
              <a:t>Comparison</a:t>
            </a:r>
            <a:endParaRPr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3020092" y="6590274"/>
            <a:ext cx="2992781" cy="2677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7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000" dirty="0" smtClean="0"/>
              <a:t>V. Vaibav &amp; R.Kotteeswaran</a:t>
            </a:r>
            <a:r>
              <a:rPr lang="en-US" sz="1000" dirty="0"/>
              <a:t> </a:t>
            </a:r>
            <a:r>
              <a:rPr lang="en-US" sz="1000" dirty="0" smtClean="0"/>
              <a:t>– CSA - SCSVMV</a:t>
            </a:r>
            <a:endParaRPr lang="en-US" sz="10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43892"/>
            <a:ext cx="9144000" cy="3743738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Apps that suits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45" y="1371312"/>
            <a:ext cx="8700655" cy="5121205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3020092" y="6590274"/>
            <a:ext cx="2992781" cy="2677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7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000" dirty="0" smtClean="0"/>
              <a:t>V. Vaibav &amp; R.Kotteeswaran</a:t>
            </a:r>
            <a:r>
              <a:rPr lang="en-US" sz="1000" dirty="0"/>
              <a:t> </a:t>
            </a:r>
            <a:r>
              <a:rPr lang="en-US" sz="1000" dirty="0" smtClean="0"/>
              <a:t>– CSA - SCSVMV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36097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958034"/>
            <a:ext cx="6711654" cy="4195481"/>
          </a:xfrm>
        </p:spPr>
        <p:txBody>
          <a:bodyPr/>
          <a:lstStyle/>
          <a:p>
            <a:r>
              <a:rPr lang="en-US" dirty="0"/>
              <a:t>Use </a:t>
            </a:r>
            <a:r>
              <a:rPr lang="en-US" b="1" dirty="0"/>
              <a:t>C</a:t>
            </a:r>
            <a:r>
              <a:rPr lang="en-US" dirty="0"/>
              <a:t> if you are building the </a:t>
            </a:r>
            <a:r>
              <a:rPr lang="en-US" b="1" dirty="0"/>
              <a:t>foundation</a:t>
            </a:r>
            <a:r>
              <a:rPr lang="en-US" dirty="0"/>
              <a:t> </a:t>
            </a:r>
            <a:r>
              <a:rPr lang="en-US" dirty="0" smtClean="0"/>
              <a:t>where </a:t>
            </a:r>
            <a:r>
              <a:rPr lang="en-US" dirty="0"/>
              <a:t>efficiency is the top priority. Use </a:t>
            </a:r>
            <a:r>
              <a:rPr lang="en-US" b="1" dirty="0"/>
              <a:t>Java</a:t>
            </a:r>
            <a:r>
              <a:rPr lang="en-US" dirty="0"/>
              <a:t> if you are building the </a:t>
            </a:r>
            <a:r>
              <a:rPr lang="en-US" b="1" dirty="0"/>
              <a:t>application</a:t>
            </a:r>
            <a:r>
              <a:rPr lang="en-US" dirty="0"/>
              <a:t> </a:t>
            </a:r>
            <a:r>
              <a:rPr lang="en-US" dirty="0" smtClean="0"/>
              <a:t>where </a:t>
            </a:r>
            <a:r>
              <a:rPr lang="en-US" dirty="0"/>
              <a:t>security, speed of coding, and memory safety are the top priorities.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020092" y="6590274"/>
            <a:ext cx="2992781" cy="2677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7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000" dirty="0" smtClean="0"/>
              <a:t>V. Vaibav &amp; R.Kotteeswaran</a:t>
            </a:r>
            <a:r>
              <a:rPr lang="en-US" sz="1000" dirty="0"/>
              <a:t> </a:t>
            </a:r>
            <a:r>
              <a:rPr lang="en-US" sz="1000" dirty="0" smtClean="0"/>
              <a:t>– CSA - SCSVMV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684912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856510" y="2646218"/>
            <a:ext cx="5791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smtClean="0"/>
              <a:t>Thank</a:t>
            </a:r>
            <a:r>
              <a:rPr lang="en-US" sz="6000" dirty="0" smtClean="0">
                <a:solidFill>
                  <a:srgbClr val="FFFF00"/>
                </a:solidFill>
              </a:rPr>
              <a:t>  </a:t>
            </a:r>
            <a:r>
              <a:rPr lang="en-US" sz="6000" dirty="0" smtClean="0"/>
              <a:t>you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874880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TM02900720[[fn=Integral]]</Template>
  <TotalTime>846</TotalTime>
  <Words>348</Words>
  <Application>Microsoft Office PowerPoint</Application>
  <PresentationFormat>On-screen Show (4:3)</PresentationFormat>
  <Paragraphs>74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 Unicode MS</vt:lpstr>
      <vt:lpstr>Calibri</vt:lpstr>
      <vt:lpstr>Century Gothic</vt:lpstr>
      <vt:lpstr>Google Sans</vt:lpstr>
      <vt:lpstr>Wingdings 3</vt:lpstr>
      <vt:lpstr>Ion</vt:lpstr>
      <vt:lpstr>PowerPoint Presentation</vt:lpstr>
      <vt:lpstr>Introduction</vt:lpstr>
      <vt:lpstr>Memory  Layout: C</vt:lpstr>
      <vt:lpstr>Memory Management: C</vt:lpstr>
      <vt:lpstr>Garbage Value </vt:lpstr>
      <vt:lpstr>stdlib.h</vt:lpstr>
      <vt:lpstr>Memory Management in Java</vt:lpstr>
      <vt:lpstr>Garbage Value:</vt:lpstr>
      <vt:lpstr>PowerPoint Presentation</vt:lpstr>
      <vt:lpstr>Applications of  Java</vt:lpstr>
      <vt:lpstr>Comparison</vt:lpstr>
      <vt:lpstr>Apps that suits</vt:lpstr>
      <vt:lpstr>Conclusion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Memory Management in C vs Java</dc:title>
  <dc:creator>DELL</dc:creator>
  <dc:description>generated using python-pptx</dc:description>
  <cp:lastModifiedBy>CSA</cp:lastModifiedBy>
  <cp:revision>49</cp:revision>
  <dcterms:created xsi:type="dcterms:W3CDTF">2013-01-27T09:14:16Z</dcterms:created>
  <dcterms:modified xsi:type="dcterms:W3CDTF">2026-04-16T11:10:41Z</dcterms:modified>
</cp:coreProperties>
</file>